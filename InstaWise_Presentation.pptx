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0" autoAdjust="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3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InstaWise — AI Multi-Agent Social Media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 captions, hashtags, posting time suggestions.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Creators need fast, consistent content.</a:t>
            </a:r>
          </a:p>
          <a:p>
            <a:r>
              <a:t>AI automates captions + tags.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UI → FastAPI → Vision Agent (CLIP) → Caption Agent (LLM)</a:t>
            </a:r>
          </a:p>
          <a:p>
            <a:r>
              <a:t>→ Hashtag Agent → Time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Agent Output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Extracts theme, objects, mood, food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Caption Agent Output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Short, Story, and Business captions.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Hashtag Agent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Balanced: Popular + Niche + Local tags.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Posting Time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Heuristics based on category &amp; locale.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Below are example screenshots.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</Words>
  <Application>Microsoft Office PowerPoint</Application>
  <PresentationFormat>On-screen Show (4:3)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InstaWise — AI Multi-Agent Social Media Assistant</vt:lpstr>
      <vt:lpstr>Problem Statement</vt:lpstr>
      <vt:lpstr>Architecture</vt:lpstr>
      <vt:lpstr>Vision Agent Output Sample</vt:lpstr>
      <vt:lpstr>Caption Agent Output Sample</vt:lpstr>
      <vt:lpstr>Hashtag Agent Sample</vt:lpstr>
      <vt:lpstr>Posting Time Agent</vt:lpstr>
      <vt:lpstr>Screenshots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InstaWise — AI Multi-Agent Social Media Assistant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2025-12-01T16:00:51Z</dcterms:modified>
  <cp:category/>
</cp:coreProperties>
</file>